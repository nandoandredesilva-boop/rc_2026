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hakra Petch" charset="1" panose="00000500000000000000"/>
      <p:regular r:id="rId12"/>
    </p:embeddedFont>
    <p:embeddedFont>
      <p:font typeface="Chakra Petch Bold" charset="1" panose="000008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82338" y="-770515"/>
            <a:ext cx="13220135" cy="13026416"/>
          </a:xfrm>
          <a:custGeom>
            <a:avLst/>
            <a:gdLst/>
            <a:ahLst/>
            <a:cxnLst/>
            <a:rect r="r" b="b" t="t" l="l"/>
            <a:pathLst>
              <a:path h="13026416" w="13220135">
                <a:moveTo>
                  <a:pt x="0" y="0"/>
                </a:moveTo>
                <a:lnTo>
                  <a:pt x="13220136" y="0"/>
                </a:lnTo>
                <a:lnTo>
                  <a:pt x="13220136" y="13026417"/>
                </a:lnTo>
                <a:lnTo>
                  <a:pt x="0" y="13026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0936" y="2257406"/>
            <a:ext cx="4250237" cy="6184208"/>
          </a:xfrm>
          <a:custGeom>
            <a:avLst/>
            <a:gdLst/>
            <a:ahLst/>
            <a:cxnLst/>
            <a:rect r="r" b="b" t="t" l="l"/>
            <a:pathLst>
              <a:path h="6184208" w="4250237">
                <a:moveTo>
                  <a:pt x="0" y="0"/>
                </a:moveTo>
                <a:lnTo>
                  <a:pt x="4250237" y="0"/>
                </a:lnTo>
                <a:lnTo>
                  <a:pt x="4250237" y="6184208"/>
                </a:lnTo>
                <a:lnTo>
                  <a:pt x="0" y="6184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1654" y="7901247"/>
            <a:ext cx="3727380" cy="1080732"/>
            <a:chOff x="0" y="0"/>
            <a:chExt cx="981697" cy="2846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1697" cy="284637"/>
            </a:xfrm>
            <a:custGeom>
              <a:avLst/>
              <a:gdLst/>
              <a:ahLst/>
              <a:cxnLst/>
              <a:rect r="r" b="b" t="t" l="l"/>
              <a:pathLst>
                <a:path h="284637" w="981697">
                  <a:moveTo>
                    <a:pt x="0" y="0"/>
                  </a:moveTo>
                  <a:lnTo>
                    <a:pt x="981697" y="0"/>
                  </a:lnTo>
                  <a:lnTo>
                    <a:pt x="981697" y="284637"/>
                  </a:lnTo>
                  <a:lnTo>
                    <a:pt x="0" y="284637"/>
                  </a:lnTo>
                  <a:close/>
                </a:path>
              </a:pathLst>
            </a:custGeom>
            <a:ln w="19050" cap="sq">
              <a:solidFill>
                <a:srgbClr val="40568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81697" cy="322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9754" y="8087041"/>
            <a:ext cx="4465542" cy="90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9"/>
              </a:lnSpc>
            </a:pPr>
            <a:r>
              <a:rPr lang="en-US" sz="3033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FERNANDO,  ROSALINA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1071" y="3981085"/>
            <a:ext cx="8846344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Escola é uma rede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73941" y="9183172"/>
            <a:ext cx="4465542" cy="44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3033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4/05/2026</a:t>
            </a:r>
          </a:p>
        </p:txBody>
      </p:sp>
      <p:grpSp>
        <p:nvGrpSpPr>
          <p:cNvPr name="Group 10" id="10"/>
          <p:cNvGrpSpPr/>
          <p:nvPr/>
        </p:nvGrpSpPr>
        <p:grpSpPr>
          <a:xfrm rot="-10800000">
            <a:off x="4659034" y="8981980"/>
            <a:ext cx="3344553" cy="666097"/>
            <a:chOff x="0" y="0"/>
            <a:chExt cx="880870" cy="1754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0870" cy="175433"/>
            </a:xfrm>
            <a:custGeom>
              <a:avLst/>
              <a:gdLst/>
              <a:ahLst/>
              <a:cxnLst/>
              <a:rect r="r" b="b" t="t" l="l"/>
              <a:pathLst>
                <a:path h="175433" w="880870">
                  <a:moveTo>
                    <a:pt x="0" y="0"/>
                  </a:moveTo>
                  <a:lnTo>
                    <a:pt x="880870" y="0"/>
                  </a:lnTo>
                  <a:lnTo>
                    <a:pt x="880870" y="175433"/>
                  </a:lnTo>
                  <a:lnTo>
                    <a:pt x="0" y="175433"/>
                  </a:lnTo>
                  <a:close/>
                </a:path>
              </a:pathLst>
            </a:custGeom>
            <a:ln w="19050" cap="sq">
              <a:solidFill>
                <a:srgbClr val="40568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80870" cy="213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294127" y="-855262"/>
            <a:ext cx="13220135" cy="13026416"/>
          </a:xfrm>
          <a:custGeom>
            <a:avLst/>
            <a:gdLst/>
            <a:ahLst/>
            <a:cxnLst/>
            <a:rect r="r" b="b" t="t" l="l"/>
            <a:pathLst>
              <a:path h="13026416" w="13220135">
                <a:moveTo>
                  <a:pt x="0" y="0"/>
                </a:moveTo>
                <a:lnTo>
                  <a:pt x="13220135" y="0"/>
                </a:lnTo>
                <a:lnTo>
                  <a:pt x="13220135" y="13026416"/>
                </a:lnTo>
                <a:lnTo>
                  <a:pt x="0" y="13026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83066" y="5466295"/>
            <a:ext cx="7315200" cy="3670900"/>
          </a:xfrm>
          <a:custGeom>
            <a:avLst/>
            <a:gdLst/>
            <a:ahLst/>
            <a:cxnLst/>
            <a:rect r="r" b="b" t="t" l="l"/>
            <a:pathLst>
              <a:path h="3670900" w="7315200">
                <a:moveTo>
                  <a:pt x="0" y="0"/>
                </a:moveTo>
                <a:lnTo>
                  <a:pt x="7315200" y="0"/>
                </a:lnTo>
                <a:lnTo>
                  <a:pt x="7315200" y="3670900"/>
                </a:lnTo>
                <a:lnTo>
                  <a:pt x="0" y="367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1979" y="2638478"/>
            <a:ext cx="10521087" cy="155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633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TODOS USAM A REDE. OS PRINCIPAIS SÃO OS UTILIZADORES" QUEM UTILIZA ".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23879" y="2638152"/>
            <a:ext cx="3809902" cy="1559590"/>
            <a:chOff x="0" y="0"/>
            <a:chExt cx="1003431" cy="410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3431" cy="410756"/>
            </a:xfrm>
            <a:custGeom>
              <a:avLst/>
              <a:gdLst/>
              <a:ahLst/>
              <a:cxnLst/>
              <a:rect r="r" b="b" t="t" l="l"/>
              <a:pathLst>
                <a:path h="410756" w="1003431">
                  <a:moveTo>
                    <a:pt x="0" y="0"/>
                  </a:moveTo>
                  <a:lnTo>
                    <a:pt x="1003431" y="0"/>
                  </a:lnTo>
                  <a:lnTo>
                    <a:pt x="1003431" y="410756"/>
                  </a:lnTo>
                  <a:lnTo>
                    <a:pt x="0" y="410756"/>
                  </a:lnTo>
                  <a:close/>
                </a:path>
              </a:pathLst>
            </a:custGeom>
            <a:ln w="19050" cap="sq">
              <a:solidFill>
                <a:srgbClr val="40568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03431" cy="448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45479" y="754812"/>
            <a:ext cx="998049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Quem usa a rede?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1979" y="4499706"/>
            <a:ext cx="6437029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Diretora = ADM 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Professor(a)= super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7488" y="4715510"/>
            <a:ext cx="5068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👥️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5267" y="5591271"/>
            <a:ext cx="5068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👥️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5267" y="6397403"/>
            <a:ext cx="5068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👥️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4354" y="7177818"/>
            <a:ext cx="609894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Aluno = Ultlizador_1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5267" y="7206393"/>
            <a:ext cx="5068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👥️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1979" y="6315063"/>
            <a:ext cx="82166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Funcionária = utilizando_4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45247" y="-996551"/>
            <a:ext cx="12049207" cy="11872646"/>
          </a:xfrm>
          <a:custGeom>
            <a:avLst/>
            <a:gdLst/>
            <a:ahLst/>
            <a:cxnLst/>
            <a:rect r="r" b="b" t="t" l="l"/>
            <a:pathLst>
              <a:path h="11872646" w="12049207">
                <a:moveTo>
                  <a:pt x="0" y="0"/>
                </a:moveTo>
                <a:lnTo>
                  <a:pt x="12049207" y="0"/>
                </a:lnTo>
                <a:lnTo>
                  <a:pt x="12049207" y="11872646"/>
                </a:lnTo>
                <a:lnTo>
                  <a:pt x="0" y="11872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05945" y="243344"/>
            <a:ext cx="4075560" cy="6018112"/>
            <a:chOff x="0" y="0"/>
            <a:chExt cx="840244" cy="1240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0244" cy="1240734"/>
            </a:xfrm>
            <a:custGeom>
              <a:avLst/>
              <a:gdLst/>
              <a:ahLst/>
              <a:cxnLst/>
              <a:rect r="r" b="b" t="t" l="l"/>
              <a:pathLst>
                <a:path h="1240734" w="840244">
                  <a:moveTo>
                    <a:pt x="0" y="0"/>
                  </a:moveTo>
                  <a:lnTo>
                    <a:pt x="840244" y="0"/>
                  </a:lnTo>
                  <a:lnTo>
                    <a:pt x="840244" y="1240734"/>
                  </a:lnTo>
                  <a:lnTo>
                    <a:pt x="0" y="1240734"/>
                  </a:lnTo>
                  <a:close/>
                </a:path>
              </a:pathLst>
            </a:custGeom>
            <a:blipFill>
              <a:blip r:embed="rId4"/>
              <a:stretch>
                <a:fillRect l="-60816" t="0" r="-6081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956266" y="4664624"/>
            <a:ext cx="2125240" cy="3193666"/>
          </a:xfrm>
          <a:custGeom>
            <a:avLst/>
            <a:gdLst/>
            <a:ahLst/>
            <a:cxnLst/>
            <a:rect r="r" b="b" t="t" l="l"/>
            <a:pathLst>
              <a:path h="3193666" w="2125240">
                <a:moveTo>
                  <a:pt x="0" y="0"/>
                </a:moveTo>
                <a:lnTo>
                  <a:pt x="2125240" y="0"/>
                </a:lnTo>
                <a:lnTo>
                  <a:pt x="2125240" y="3193666"/>
                </a:lnTo>
                <a:lnTo>
                  <a:pt x="0" y="3193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72871" y="2327489"/>
            <a:ext cx="7772054" cy="178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4"/>
              </a:lnSpc>
            </a:pPr>
            <a:r>
              <a:rPr lang="en-US" sz="5995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COMO PROTEGER OS SERVIÇOS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72871" y="4908272"/>
            <a:ext cx="7772054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Para manter um serviço é necessário ter uma </a:t>
            </a:r>
            <a:r>
              <a:rPr lang="en-US" sz="2600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senha</a:t>
            </a:r>
            <a:r>
              <a:rPr lang="en-US" sz="2600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 muito segura um </a:t>
            </a:r>
            <a:r>
              <a:rPr lang="en-US" sz="2600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cartão de acesso</a:t>
            </a:r>
            <a:r>
              <a:rPr lang="en-US" sz="2600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 e </a:t>
            </a:r>
            <a:r>
              <a:rPr lang="en-US" sz="2600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firewall</a:t>
            </a:r>
            <a:r>
              <a:rPr lang="en-US" sz="2600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5737" y="6739567"/>
            <a:ext cx="12716827" cy="345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791" indent="-301895" lvl="1">
              <a:lnSpc>
                <a:spcPts val="3915"/>
              </a:lnSpc>
              <a:buFont typeface="Arial"/>
              <a:buChar char="•"/>
            </a:pPr>
            <a:r>
              <a:rPr lang="en-US" b="true" sz="2796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Senha</a:t>
            </a:r>
            <a:r>
              <a:rPr lang="en-US" sz="2796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: A senha permite você possa entrar no servidor mais caso chegue o limite de erros e possível que o servidor bloqueia seus tentativas </a:t>
            </a:r>
          </a:p>
          <a:p>
            <a:pPr algn="l" marL="603791" indent="-301895" lvl="1">
              <a:lnSpc>
                <a:spcPts val="3915"/>
              </a:lnSpc>
              <a:buFont typeface="Arial"/>
              <a:buChar char="•"/>
            </a:pPr>
            <a:r>
              <a:rPr lang="en-US" b="true" sz="2796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Cartão de acesso</a:t>
            </a:r>
            <a:r>
              <a:rPr lang="en-US" sz="2796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: Um cartão de acesso é uma permissão com os seus dados pro servidor </a:t>
            </a:r>
          </a:p>
          <a:p>
            <a:pPr algn="l" marL="603791" indent="-301895" lvl="1">
              <a:lnSpc>
                <a:spcPts val="3915"/>
              </a:lnSpc>
              <a:buFont typeface="Arial"/>
              <a:buChar char="•"/>
            </a:pPr>
            <a:r>
              <a:rPr lang="en-US" b="true" sz="2796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Firewall</a:t>
            </a:r>
            <a:r>
              <a:rPr lang="en-US" sz="2796">
                <a:solidFill>
                  <a:srgbClr val="40568F"/>
                </a:solidFill>
                <a:latin typeface="Chakra Petch"/>
                <a:ea typeface="Chakra Petch"/>
                <a:cs typeface="Chakra Petch"/>
                <a:sym typeface="Chakra Petch"/>
              </a:rPr>
              <a:t>: Um Firewall é um sistema de segurança, em software ou hardware, que monitora e filtra o tráfego de rede de entrada e saída com base em regras de segurança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76135" y="6995037"/>
            <a:ext cx="13220135" cy="13026416"/>
          </a:xfrm>
          <a:custGeom>
            <a:avLst/>
            <a:gdLst/>
            <a:ahLst/>
            <a:cxnLst/>
            <a:rect r="r" b="b" t="t" l="l"/>
            <a:pathLst>
              <a:path h="13026416" w="13220135">
                <a:moveTo>
                  <a:pt x="0" y="0"/>
                </a:moveTo>
                <a:lnTo>
                  <a:pt x="13220135" y="0"/>
                </a:lnTo>
                <a:lnTo>
                  <a:pt x="13220135" y="13026417"/>
                </a:lnTo>
                <a:lnTo>
                  <a:pt x="0" y="13026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93063" y="7579838"/>
            <a:ext cx="12072503" cy="3356924"/>
            <a:chOff x="0" y="0"/>
            <a:chExt cx="3616827" cy="10057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6827" cy="1005708"/>
            </a:xfrm>
            <a:custGeom>
              <a:avLst/>
              <a:gdLst/>
              <a:ahLst/>
              <a:cxnLst/>
              <a:rect r="r" b="b" t="t" l="l"/>
              <a:pathLst>
                <a:path h="1005708" w="3616827">
                  <a:moveTo>
                    <a:pt x="0" y="0"/>
                  </a:moveTo>
                  <a:lnTo>
                    <a:pt x="3616827" y="0"/>
                  </a:lnTo>
                  <a:lnTo>
                    <a:pt x="3616827" y="1005708"/>
                  </a:lnTo>
                  <a:lnTo>
                    <a:pt x="0" y="1005708"/>
                  </a:lnTo>
                  <a:close/>
                </a:path>
              </a:pathLst>
            </a:custGeom>
            <a:solidFill>
              <a:srgbClr val="4056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3616827" cy="99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96706">
            <a:off x="8337359" y="1358012"/>
            <a:ext cx="3508890" cy="3118526"/>
          </a:xfrm>
          <a:custGeom>
            <a:avLst/>
            <a:gdLst/>
            <a:ahLst/>
            <a:cxnLst/>
            <a:rect r="r" b="b" t="t" l="l"/>
            <a:pathLst>
              <a:path h="3118526" w="3508890">
                <a:moveTo>
                  <a:pt x="0" y="0"/>
                </a:moveTo>
                <a:lnTo>
                  <a:pt x="3508890" y="0"/>
                </a:lnTo>
                <a:lnTo>
                  <a:pt x="3508890" y="3118527"/>
                </a:lnTo>
                <a:lnTo>
                  <a:pt x="0" y="3118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38808" y="6412890"/>
            <a:ext cx="2012073" cy="1617203"/>
          </a:xfrm>
          <a:custGeom>
            <a:avLst/>
            <a:gdLst/>
            <a:ahLst/>
            <a:cxnLst/>
            <a:rect r="r" b="b" t="t" l="l"/>
            <a:pathLst>
              <a:path h="1617203" w="2012073">
                <a:moveTo>
                  <a:pt x="0" y="0"/>
                </a:moveTo>
                <a:lnTo>
                  <a:pt x="2012073" y="0"/>
                </a:lnTo>
                <a:lnTo>
                  <a:pt x="2012073" y="1617204"/>
                </a:lnTo>
                <a:lnTo>
                  <a:pt x="0" y="16172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32631" y="3894207"/>
            <a:ext cx="3081016" cy="2380085"/>
          </a:xfrm>
          <a:custGeom>
            <a:avLst/>
            <a:gdLst/>
            <a:ahLst/>
            <a:cxnLst/>
            <a:rect r="r" b="b" t="t" l="l"/>
            <a:pathLst>
              <a:path h="2380085" w="3081016">
                <a:moveTo>
                  <a:pt x="0" y="0"/>
                </a:moveTo>
                <a:lnTo>
                  <a:pt x="3081016" y="0"/>
                </a:lnTo>
                <a:lnTo>
                  <a:pt x="3081016" y="2380084"/>
                </a:lnTo>
                <a:lnTo>
                  <a:pt x="0" y="23800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3765" y="663875"/>
            <a:ext cx="7670430" cy="178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4"/>
              </a:lnSpc>
            </a:pPr>
            <a:r>
              <a:rPr lang="en-US" sz="5995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PARA ONDE A REDE PARTILHA?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271" y="2812501"/>
            <a:ext cx="4605322" cy="455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3899" indent="-556950" lvl="1">
              <a:lnSpc>
                <a:spcPts val="7223"/>
              </a:lnSpc>
              <a:buFont typeface="Arial"/>
              <a:buChar char="•"/>
            </a:pPr>
            <a:r>
              <a:rPr lang="en-US" b="true" sz="5159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Impressora</a:t>
            </a:r>
          </a:p>
          <a:p>
            <a:pPr algn="l">
              <a:lnSpc>
                <a:spcPts val="7223"/>
              </a:lnSpc>
            </a:pPr>
          </a:p>
          <a:p>
            <a:pPr algn="l" marL="1113899" indent="-556950" lvl="1">
              <a:lnSpc>
                <a:spcPts val="7223"/>
              </a:lnSpc>
              <a:buFont typeface="Arial"/>
              <a:buChar char="•"/>
            </a:pPr>
            <a:r>
              <a:rPr lang="en-US" b="true" sz="5159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Pastas</a:t>
            </a:r>
          </a:p>
          <a:p>
            <a:pPr algn="l">
              <a:lnSpc>
                <a:spcPts val="7223"/>
              </a:lnSpc>
            </a:pPr>
          </a:p>
          <a:p>
            <a:pPr algn="l" marL="1113899" indent="-556950" lvl="1">
              <a:lnSpc>
                <a:spcPts val="7223"/>
              </a:lnSpc>
              <a:buFont typeface="Arial"/>
              <a:buChar char="•"/>
            </a:pPr>
            <a:r>
              <a:rPr lang="en-US" b="true" sz="5159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Router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34148" y="-546633"/>
            <a:ext cx="7174193" cy="11363088"/>
            <a:chOff x="0" y="0"/>
            <a:chExt cx="1889499" cy="2992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9499" cy="2992748"/>
            </a:xfrm>
            <a:custGeom>
              <a:avLst/>
              <a:gdLst/>
              <a:ahLst/>
              <a:cxnLst/>
              <a:rect r="r" b="b" t="t" l="l"/>
              <a:pathLst>
                <a:path h="2992748" w="1889499">
                  <a:moveTo>
                    <a:pt x="0" y="0"/>
                  </a:moveTo>
                  <a:lnTo>
                    <a:pt x="1889499" y="0"/>
                  </a:lnTo>
                  <a:lnTo>
                    <a:pt x="1889499" y="2992748"/>
                  </a:lnTo>
                  <a:lnTo>
                    <a:pt x="0" y="2992748"/>
                  </a:lnTo>
                  <a:close/>
                </a:path>
              </a:pathLst>
            </a:custGeom>
            <a:solidFill>
              <a:srgbClr val="FFF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889499" cy="298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89731" y="-1562991"/>
            <a:ext cx="13220135" cy="13026416"/>
          </a:xfrm>
          <a:custGeom>
            <a:avLst/>
            <a:gdLst/>
            <a:ahLst/>
            <a:cxnLst/>
            <a:rect r="r" b="b" t="t" l="l"/>
            <a:pathLst>
              <a:path h="13026416" w="13220135">
                <a:moveTo>
                  <a:pt x="0" y="0"/>
                </a:moveTo>
                <a:lnTo>
                  <a:pt x="13220135" y="0"/>
                </a:lnTo>
                <a:lnTo>
                  <a:pt x="13220135" y="13026416"/>
                </a:lnTo>
                <a:lnTo>
                  <a:pt x="0" y="13026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21789" y="3509101"/>
            <a:ext cx="9086552" cy="9086552"/>
          </a:xfrm>
          <a:custGeom>
            <a:avLst/>
            <a:gdLst/>
            <a:ahLst/>
            <a:cxnLst/>
            <a:rect r="r" b="b" t="t" l="l"/>
            <a:pathLst>
              <a:path h="9086552" w="9086552">
                <a:moveTo>
                  <a:pt x="0" y="0"/>
                </a:moveTo>
                <a:lnTo>
                  <a:pt x="9086552" y="0"/>
                </a:lnTo>
                <a:lnTo>
                  <a:pt x="9086552" y="9086552"/>
                </a:lnTo>
                <a:lnTo>
                  <a:pt x="0" y="9086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4622" y="831012"/>
            <a:ext cx="587590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Problemas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8594" y="2452989"/>
            <a:ext cx="545476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1.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2.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3.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2081" y="3424816"/>
            <a:ext cx="1111454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100 pessoas a imprimir ao mesmo tempo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3211" y="5225041"/>
            <a:ext cx="1038820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O que fazer se alguém robou a senha?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72509" y="6480752"/>
            <a:ext cx="9106297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</a:p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O que fazer com a internet lenta?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7958">
            <a:off x="-10180744" y="-898250"/>
            <a:ext cx="12049207" cy="11872646"/>
          </a:xfrm>
          <a:custGeom>
            <a:avLst/>
            <a:gdLst/>
            <a:ahLst/>
            <a:cxnLst/>
            <a:rect r="r" b="b" t="t" l="l"/>
            <a:pathLst>
              <a:path h="11872646" w="12049207">
                <a:moveTo>
                  <a:pt x="0" y="0"/>
                </a:moveTo>
                <a:lnTo>
                  <a:pt x="12049207" y="0"/>
                </a:lnTo>
                <a:lnTo>
                  <a:pt x="12049207" y="11872646"/>
                </a:lnTo>
                <a:lnTo>
                  <a:pt x="0" y="11872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64485" y="78514"/>
            <a:ext cx="5423515" cy="8008550"/>
            <a:chOff x="0" y="0"/>
            <a:chExt cx="840244" cy="1240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0244" cy="1240734"/>
            </a:xfrm>
            <a:custGeom>
              <a:avLst/>
              <a:gdLst/>
              <a:ahLst/>
              <a:cxnLst/>
              <a:rect r="r" b="b" t="t" l="l"/>
              <a:pathLst>
                <a:path h="1240734" w="840244">
                  <a:moveTo>
                    <a:pt x="0" y="0"/>
                  </a:moveTo>
                  <a:lnTo>
                    <a:pt x="840244" y="0"/>
                  </a:lnTo>
                  <a:lnTo>
                    <a:pt x="840244" y="1240734"/>
                  </a:lnTo>
                  <a:lnTo>
                    <a:pt x="0" y="1240734"/>
                  </a:lnTo>
                  <a:close/>
                </a:path>
              </a:pathLst>
            </a:custGeom>
            <a:blipFill>
              <a:blip r:embed="rId4"/>
              <a:stretch>
                <a:fillRect l="-60816" t="0" r="-6081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864485" y="4821167"/>
            <a:ext cx="5423515" cy="7570897"/>
          </a:xfrm>
          <a:custGeom>
            <a:avLst/>
            <a:gdLst/>
            <a:ahLst/>
            <a:cxnLst/>
            <a:rect r="r" b="b" t="t" l="l"/>
            <a:pathLst>
              <a:path h="7570897" w="5423515">
                <a:moveTo>
                  <a:pt x="0" y="0"/>
                </a:moveTo>
                <a:lnTo>
                  <a:pt x="5423515" y="0"/>
                </a:lnTo>
                <a:lnTo>
                  <a:pt x="5423515" y="7570897"/>
                </a:lnTo>
                <a:lnTo>
                  <a:pt x="0" y="7570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5553" y="764048"/>
            <a:ext cx="58619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Resposta: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4649" y="2175970"/>
            <a:ext cx="545476" cy="643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1.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2.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42214" y="5686635"/>
            <a:ext cx="997047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Eu como ADM do groupo, limitava o inpacto do utilizador comprometido e mudaria a senha da pasta.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00125" y="7924375"/>
            <a:ext cx="10452883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Para conferir a origem da lentidão é importante conferir o servidor é o roteador caso o problema esteja no roteador e necessário desligar e esperar um tempo até ligar de volta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4649" y="2794211"/>
            <a:ext cx="9208473" cy="112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236" b="true">
                <a:solidFill>
                  <a:srgbClr val="40568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Limitaria o acesso a impressora de cada quantidade de pessoas por 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DAHIsY-MKtE</dc:identifier>
  <dcterms:modified xsi:type="dcterms:W3CDTF">2011-08-01T06:04:30Z</dcterms:modified>
  <cp:revision>1</cp:revision>
  <dc:title>Escola é uma rede</dc:title>
</cp:coreProperties>
</file>